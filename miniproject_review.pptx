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0"/>
  </p:normalViewPr>
  <p:slideViewPr>
    <p:cSldViewPr snapToGrid="0">
      <p:cViewPr varScale="1">
        <p:scale>
          <a:sx n="107" d="100"/>
          <a:sy n="107" d="100"/>
        </p:scale>
        <p:origin x="640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B70EF58C-035F-456C-985D-842616296215}" type="datetimeFigureOut">
              <a:rPr lang="en-ZM" smtClean="0"/>
              <a:t>09/10/2026</a:t>
            </a:fld>
            <a:endParaRPr lang="en-ZM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ZM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F2976D3C-84D8-454C-A5CA-62D97FA8A9CF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3781165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EF58C-035F-456C-985D-842616296215}" type="datetimeFigureOut">
              <a:rPr lang="en-ZM" smtClean="0"/>
              <a:t>09/10/2026</a:t>
            </a:fld>
            <a:endParaRPr lang="en-ZM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76D3C-84D8-454C-A5CA-62D97FA8A9CF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3444016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70EF58C-035F-456C-985D-842616296215}" type="datetimeFigureOut">
              <a:rPr lang="en-ZM" smtClean="0"/>
              <a:t>09/10/2026</a:t>
            </a:fld>
            <a:endParaRPr lang="en-ZM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ZM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2976D3C-84D8-454C-A5CA-62D97FA8A9CF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2065678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EF58C-035F-456C-985D-842616296215}" type="datetimeFigureOut">
              <a:rPr lang="en-ZM" smtClean="0"/>
              <a:t>09/10/2026</a:t>
            </a:fld>
            <a:endParaRPr lang="en-ZM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76D3C-84D8-454C-A5CA-62D97FA8A9CF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87329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EF58C-035F-456C-985D-842616296215}" type="datetimeFigureOut">
              <a:rPr lang="en-ZM" smtClean="0"/>
              <a:t>09/10/2026</a:t>
            </a:fld>
            <a:endParaRPr lang="en-ZM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76D3C-84D8-454C-A5CA-62D97FA8A9CF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2031957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EF58C-035F-456C-985D-842616296215}" type="datetimeFigureOut">
              <a:rPr lang="en-ZM" smtClean="0"/>
              <a:t>09/10/2026</a:t>
            </a:fld>
            <a:endParaRPr lang="en-ZM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76D3C-84D8-454C-A5CA-62D97FA8A9CF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3377910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EF58C-035F-456C-985D-842616296215}" type="datetimeFigureOut">
              <a:rPr lang="en-ZM" smtClean="0"/>
              <a:t>09/10/2026</a:t>
            </a:fld>
            <a:endParaRPr lang="en-ZM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76D3C-84D8-454C-A5CA-62D97FA8A9CF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4186332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EF58C-035F-456C-985D-842616296215}" type="datetimeFigureOut">
              <a:rPr lang="en-ZM" smtClean="0"/>
              <a:t>09/10/2026</a:t>
            </a:fld>
            <a:endParaRPr lang="en-ZM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76D3C-84D8-454C-A5CA-62D97FA8A9CF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4106628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EF58C-035F-456C-985D-842616296215}" type="datetimeFigureOut">
              <a:rPr lang="en-ZM" smtClean="0"/>
              <a:t>09/10/2026</a:t>
            </a:fld>
            <a:endParaRPr lang="en-ZM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76D3C-84D8-454C-A5CA-62D97FA8A9CF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2467423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EF58C-035F-456C-985D-842616296215}" type="datetimeFigureOut">
              <a:rPr lang="en-ZM" smtClean="0"/>
              <a:t>09/10/2026</a:t>
            </a:fld>
            <a:endParaRPr lang="en-ZM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76D3C-84D8-454C-A5CA-62D97FA8A9CF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4201404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70EF58C-035F-456C-985D-842616296215}" type="datetimeFigureOut">
              <a:rPr lang="en-ZM" smtClean="0"/>
              <a:t>09/10/2026</a:t>
            </a:fld>
            <a:endParaRPr lang="en-ZM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ZM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2976D3C-84D8-454C-A5CA-62D97FA8A9CF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38504805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70EF58C-035F-456C-985D-842616296215}" type="datetimeFigureOut">
              <a:rPr lang="en-ZM" smtClean="0"/>
              <a:t>09/10/2026</a:t>
            </a:fld>
            <a:endParaRPr lang="en-ZM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ZM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2976D3C-84D8-454C-A5CA-62D97FA8A9CF}" type="slidenum">
              <a:rPr lang="en-ZM" smtClean="0"/>
              <a:t>‹#›</a:t>
            </a:fld>
            <a:endParaRPr lang="en-ZM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187313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70EF58C-035F-456C-985D-842616296215}" type="datetimeFigureOut">
              <a:rPr lang="en-ZM" smtClean="0"/>
              <a:t>09/10/2026</a:t>
            </a:fld>
            <a:endParaRPr lang="en-ZM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ZM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2976D3C-84D8-454C-A5CA-62D97FA8A9CF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7710766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EF58C-035F-456C-985D-842616296215}" type="datetimeFigureOut">
              <a:rPr lang="en-ZM" smtClean="0"/>
              <a:t>09/10/2026</a:t>
            </a:fld>
            <a:endParaRPr lang="en-ZM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76D3C-84D8-454C-A5CA-62D97FA8A9CF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4832602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EF58C-035F-456C-985D-842616296215}" type="datetimeFigureOut">
              <a:rPr lang="en-ZM" smtClean="0"/>
              <a:t>09/10/2026</a:t>
            </a:fld>
            <a:endParaRPr lang="en-ZM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76D3C-84D8-454C-A5CA-62D97FA8A9CF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12678906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EF58C-035F-456C-985D-842616296215}" type="datetimeFigureOut">
              <a:rPr lang="en-ZM" smtClean="0"/>
              <a:t>09/10/2026</a:t>
            </a:fld>
            <a:endParaRPr lang="en-ZM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76D3C-84D8-454C-A5CA-62D97FA8A9CF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5502140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70EF58C-035F-456C-985D-842616296215}" type="datetimeFigureOut">
              <a:rPr lang="en-ZM" smtClean="0"/>
              <a:t>09/10/2026</a:t>
            </a:fld>
            <a:endParaRPr lang="en-ZM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ZM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2976D3C-84D8-454C-A5CA-62D97FA8A9CF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399530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0EF58C-035F-456C-985D-842616296215}" type="datetimeFigureOut">
              <a:rPr lang="en-ZM" smtClean="0"/>
              <a:t>09/10/2026</a:t>
            </a:fld>
            <a:endParaRPr lang="en-ZM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M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976D3C-84D8-454C-A5CA-62D97FA8A9CF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39353610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18CB4-F62C-6A5D-9308-1DCAD564F1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MINI PROJECT REVIEW FORMAT </a:t>
            </a:r>
            <a:endParaRPr lang="en-ZM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EAB602-C773-526A-5CDA-EB7BDF21B4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351PJ01</a:t>
            </a:r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3106074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21112-AE3E-CAA7-1769-015EADAF4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0</a:t>
            </a:r>
            <a:r>
              <a:rPr lang="en-US" baseline="30000" dirty="0"/>
              <a:t>TH</a:t>
            </a:r>
            <a:r>
              <a:rPr lang="en-US" dirty="0"/>
              <a:t> REVIEW 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7BC5B-BBAB-06E2-DA6C-0ACFD80335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ABOUT THE PROJECT </a:t>
            </a:r>
          </a:p>
          <a:p>
            <a:r>
              <a:rPr lang="en-US" dirty="0"/>
              <a:t>PROBLEM STATEMENT</a:t>
            </a:r>
          </a:p>
          <a:p>
            <a:r>
              <a:rPr lang="en-US" dirty="0"/>
              <a:t>AIMS &amp; OBJECTIVES</a:t>
            </a:r>
          </a:p>
          <a:p>
            <a:r>
              <a:rPr lang="en-US" dirty="0"/>
              <a:t>SCOPE &amp; LIMITATIONS OF THE STUDY </a:t>
            </a:r>
          </a:p>
          <a:p>
            <a:r>
              <a:rPr lang="en-US" dirty="0"/>
              <a:t>DEVELOPMENT REQUIREMENTS</a:t>
            </a:r>
          </a:p>
          <a:p>
            <a:r>
              <a:rPr lang="en-US" dirty="0"/>
              <a:t>JUSTIFICATION OF THE STUDY</a:t>
            </a:r>
          </a:p>
          <a:p>
            <a:r>
              <a:rPr lang="en-US" dirty="0"/>
              <a:t>04/09/2026</a:t>
            </a:r>
          </a:p>
          <a:p>
            <a:endParaRPr lang="en-US" dirty="0"/>
          </a:p>
          <a:p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3461528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BC605-232F-8201-0BDE-1D2B63D9A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REVIEW 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50B62-69F4-6480-4321-58A91BA72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BACKGROUND </a:t>
            </a:r>
          </a:p>
          <a:p>
            <a:r>
              <a:rPr lang="en-US" dirty="0"/>
              <a:t>LITERATURE REVIEW </a:t>
            </a:r>
          </a:p>
          <a:p>
            <a:r>
              <a:rPr lang="en-US" dirty="0"/>
              <a:t># REVIEW LITERATURE RELATED TO YOUR SYSTEM ( PROJECT IDEA)</a:t>
            </a:r>
          </a:p>
          <a:p>
            <a:r>
              <a:rPr lang="en-US" dirty="0"/>
              <a:t> JUSTIFY WHY YOUR SYSTEM(PROPOSED SYSTEM) IS BETTER THAN OTHER SYSTEMS.</a:t>
            </a:r>
          </a:p>
          <a:p>
            <a:r>
              <a:rPr lang="en-US" dirty="0"/>
              <a:t> 18/09/2026</a:t>
            </a:r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4157496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FD7CE-26A4-116A-B6B7-2D3143022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REVIEW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CD876-00C9-07C0-25DF-48BB38C54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SYSTEM ARCHITECTURE DIAGRAMS</a:t>
            </a:r>
          </a:p>
          <a:p>
            <a:r>
              <a:rPr lang="en-US" dirty="0"/>
              <a:t>DATA FLOW DIAGRAMS</a:t>
            </a:r>
          </a:p>
          <a:p>
            <a:r>
              <a:rPr lang="en-US" dirty="0"/>
              <a:t>USE CASE DIAGRAMS</a:t>
            </a:r>
          </a:p>
          <a:p>
            <a:r>
              <a:rPr lang="en-US" dirty="0"/>
              <a:t>DATABASE DESIGN DIAGRAM</a:t>
            </a:r>
          </a:p>
          <a:p>
            <a:r>
              <a:rPr lang="en-US" dirty="0"/>
              <a:t>16/10/2026</a:t>
            </a:r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2031935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3ED8A-7C5B-AC8F-D971-CE76BE2CF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</a:t>
            </a:r>
            <a:r>
              <a:rPr lang="en-US" baseline="30000" dirty="0"/>
              <a:t>RD</a:t>
            </a:r>
            <a:r>
              <a:rPr lang="en-US" dirty="0"/>
              <a:t> REVIEW 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029C3-E092-BD35-4CA5-13EB58830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PROGRAMMING LANGUAGE &amp; PROGRAM DESIGN</a:t>
            </a:r>
          </a:p>
          <a:p>
            <a:r>
              <a:rPr lang="en-US" dirty="0"/>
              <a:t>SYSTEM EVALUATION &amp; MAINTENANCE</a:t>
            </a:r>
          </a:p>
          <a:p>
            <a:r>
              <a:rPr lang="en-US" dirty="0"/>
              <a:t>INSTALLATION &amp; OPERATION CONSIDERATIONS</a:t>
            </a:r>
          </a:p>
          <a:p>
            <a:r>
              <a:rPr lang="en-US" dirty="0"/>
              <a:t>SYSTEM SECURITY CONSIDERATIONS</a:t>
            </a:r>
          </a:p>
          <a:p>
            <a:r>
              <a:rPr lang="en-US" dirty="0"/>
              <a:t>SYSTEM PAGES, FEATURES &amp; CODE</a:t>
            </a:r>
          </a:p>
          <a:p>
            <a:r>
              <a:rPr lang="en-US" dirty="0"/>
              <a:t>CONCLUSION &amp; SUMMARY </a:t>
            </a:r>
          </a:p>
          <a:p>
            <a:r>
              <a:rPr lang="en-US" dirty="0"/>
              <a:t>23/10/2026</a:t>
            </a:r>
          </a:p>
          <a:p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1227434473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42</TotalTime>
  <Words>105</Words>
  <Application>Microsoft Macintosh PowerPoint</Application>
  <PresentationFormat>Widescreen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Century Gothic</vt:lpstr>
      <vt:lpstr>Vapor Trail</vt:lpstr>
      <vt:lpstr>MINI PROJECT REVIEW FORMAT </vt:lpstr>
      <vt:lpstr>0TH REVIEW </vt:lpstr>
      <vt:lpstr>1ST REVIEW </vt:lpstr>
      <vt:lpstr>2ND REVIEW</vt:lpstr>
      <vt:lpstr>3RD REVIEW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Kangwa Musonda</dc:creator>
  <cp:lastModifiedBy>forb mufwambi</cp:lastModifiedBy>
  <cp:revision>2</cp:revision>
  <dcterms:created xsi:type="dcterms:W3CDTF">2026-08-31T13:39:22Z</dcterms:created>
  <dcterms:modified xsi:type="dcterms:W3CDTF">2026-10-09T09:55:19Z</dcterms:modified>
</cp:coreProperties>
</file>